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Poppins Semi-Bold" charset="1" panose="00000700000000000000"/>
      <p:regular r:id="rId17"/>
    </p:embeddedFont>
    <p:embeddedFont>
      <p:font typeface="Poppins Ultra-Bold" charset="1" panose="000009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2419" y="2407827"/>
            <a:ext cx="15383162" cy="446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86"/>
              </a:lnSpc>
            </a:pPr>
            <a:r>
              <a:rPr lang="en-US" b="true" sz="9652" spc="-3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From Waste to Worth: Making Chromebooks Sustainable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522718" y="7818816"/>
            <a:ext cx="5242564" cy="693344"/>
            <a:chOff x="0" y="0"/>
            <a:chExt cx="1380757" cy="182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0757" cy="182609"/>
            </a:xfrm>
            <a:custGeom>
              <a:avLst/>
              <a:gdLst/>
              <a:ahLst/>
              <a:cxnLst/>
              <a:rect r="r" b="b" t="t" l="l"/>
              <a:pathLst>
                <a:path h="182609" w="1380757">
                  <a:moveTo>
                    <a:pt x="91305" y="0"/>
                  </a:moveTo>
                  <a:lnTo>
                    <a:pt x="1289453" y="0"/>
                  </a:lnTo>
                  <a:cubicBezTo>
                    <a:pt x="1313668" y="0"/>
                    <a:pt x="1336892" y="9620"/>
                    <a:pt x="1354015" y="26743"/>
                  </a:cubicBezTo>
                  <a:cubicBezTo>
                    <a:pt x="1371138" y="43865"/>
                    <a:pt x="1380757" y="67089"/>
                    <a:pt x="1380757" y="91305"/>
                  </a:cubicBezTo>
                  <a:lnTo>
                    <a:pt x="1380757" y="91305"/>
                  </a:lnTo>
                  <a:cubicBezTo>
                    <a:pt x="1380757" y="115520"/>
                    <a:pt x="1371138" y="138744"/>
                    <a:pt x="1354015" y="155867"/>
                  </a:cubicBezTo>
                  <a:cubicBezTo>
                    <a:pt x="1336892" y="172990"/>
                    <a:pt x="1313668" y="182609"/>
                    <a:pt x="1289453" y="182609"/>
                  </a:cubicBezTo>
                  <a:lnTo>
                    <a:pt x="91305" y="182609"/>
                  </a:lnTo>
                  <a:cubicBezTo>
                    <a:pt x="67089" y="182609"/>
                    <a:pt x="43865" y="172990"/>
                    <a:pt x="26743" y="155867"/>
                  </a:cubicBezTo>
                  <a:cubicBezTo>
                    <a:pt x="9620" y="138744"/>
                    <a:pt x="0" y="115520"/>
                    <a:pt x="0" y="91305"/>
                  </a:cubicBezTo>
                  <a:lnTo>
                    <a:pt x="0" y="91305"/>
                  </a:lnTo>
                  <a:cubicBezTo>
                    <a:pt x="0" y="67089"/>
                    <a:pt x="9620" y="43865"/>
                    <a:pt x="26743" y="26743"/>
                  </a:cubicBezTo>
                  <a:cubicBezTo>
                    <a:pt x="43865" y="9620"/>
                    <a:pt x="67089" y="0"/>
                    <a:pt x="91305" y="0"/>
                  </a:cubicBezTo>
                  <a:close/>
                </a:path>
              </a:pathLst>
            </a:custGeom>
            <a:solidFill>
              <a:srgbClr val="1C01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80757" cy="23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990796" y="9258300"/>
            <a:ext cx="19278796" cy="1987207"/>
            <a:chOff x="0" y="0"/>
            <a:chExt cx="5077543" cy="5233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77543" cy="523380"/>
            </a:xfrm>
            <a:custGeom>
              <a:avLst/>
              <a:gdLst/>
              <a:ahLst/>
              <a:cxnLst/>
              <a:rect r="r" b="b" t="t" l="l"/>
              <a:pathLst>
                <a:path h="523380" w="5077543">
                  <a:moveTo>
                    <a:pt x="40158" y="0"/>
                  </a:moveTo>
                  <a:lnTo>
                    <a:pt x="5037385" y="0"/>
                  </a:lnTo>
                  <a:cubicBezTo>
                    <a:pt x="5059564" y="0"/>
                    <a:pt x="5077543" y="17979"/>
                    <a:pt x="5077543" y="40158"/>
                  </a:cubicBezTo>
                  <a:lnTo>
                    <a:pt x="5077543" y="483222"/>
                  </a:lnTo>
                  <a:cubicBezTo>
                    <a:pt x="5077543" y="505400"/>
                    <a:pt x="5059564" y="523380"/>
                    <a:pt x="5037385" y="523380"/>
                  </a:cubicBezTo>
                  <a:lnTo>
                    <a:pt x="40158" y="523380"/>
                  </a:lnTo>
                  <a:cubicBezTo>
                    <a:pt x="17979" y="523380"/>
                    <a:pt x="0" y="505400"/>
                    <a:pt x="0" y="483222"/>
                  </a:cubicBezTo>
                  <a:lnTo>
                    <a:pt x="0" y="40158"/>
                  </a:lnTo>
                  <a:cubicBezTo>
                    <a:pt x="0" y="17979"/>
                    <a:pt x="17979" y="0"/>
                    <a:pt x="401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77543" cy="58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74949" y="3018769"/>
            <a:ext cx="3721264" cy="1867398"/>
          </a:xfrm>
          <a:custGeom>
            <a:avLst/>
            <a:gdLst/>
            <a:ahLst/>
            <a:cxnLst/>
            <a:rect r="r" b="b" t="t" l="l"/>
            <a:pathLst>
              <a:path h="1867398" w="3721264">
                <a:moveTo>
                  <a:pt x="0" y="0"/>
                </a:moveTo>
                <a:lnTo>
                  <a:pt x="3721264" y="0"/>
                </a:lnTo>
                <a:lnTo>
                  <a:pt x="3721264" y="1867398"/>
                </a:lnTo>
                <a:lnTo>
                  <a:pt x="0" y="1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51282" y="6167431"/>
            <a:ext cx="6051521" cy="3828962"/>
          </a:xfrm>
          <a:custGeom>
            <a:avLst/>
            <a:gdLst/>
            <a:ahLst/>
            <a:cxnLst/>
            <a:rect r="r" b="b" t="t" l="l"/>
            <a:pathLst>
              <a:path h="3828962" w="6051521">
                <a:moveTo>
                  <a:pt x="0" y="0"/>
                </a:moveTo>
                <a:lnTo>
                  <a:pt x="6051520" y="0"/>
                </a:lnTo>
                <a:lnTo>
                  <a:pt x="6051520" y="3828962"/>
                </a:lnTo>
                <a:lnTo>
                  <a:pt x="0" y="3828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43534" y="6928237"/>
            <a:ext cx="10400931" cy="40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250" spc="8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BY: MORGAN SCOTT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11862" y="1165957"/>
            <a:ext cx="847438" cy="34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29187" y="7953390"/>
            <a:ext cx="4941855" cy="36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67030" y="1946428"/>
            <a:ext cx="5899931" cy="6568749"/>
          </a:xfrm>
          <a:custGeom>
            <a:avLst/>
            <a:gdLst/>
            <a:ahLst/>
            <a:cxnLst/>
            <a:rect r="r" b="b" t="t" l="l"/>
            <a:pathLst>
              <a:path h="6568749" w="5899931">
                <a:moveTo>
                  <a:pt x="0" y="0"/>
                </a:moveTo>
                <a:lnTo>
                  <a:pt x="5899931" y="0"/>
                </a:lnTo>
                <a:lnTo>
                  <a:pt x="5899931" y="6568748"/>
                </a:lnTo>
                <a:lnTo>
                  <a:pt x="0" y="656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07704" y="2824743"/>
            <a:ext cx="2226367" cy="2498984"/>
          </a:xfrm>
          <a:custGeom>
            <a:avLst/>
            <a:gdLst/>
            <a:ahLst/>
            <a:cxnLst/>
            <a:rect r="r" b="b" t="t" l="l"/>
            <a:pathLst>
              <a:path h="2498984" w="2226367">
                <a:moveTo>
                  <a:pt x="0" y="0"/>
                </a:moveTo>
                <a:lnTo>
                  <a:pt x="2226367" y="0"/>
                </a:lnTo>
                <a:lnTo>
                  <a:pt x="2226367" y="2498984"/>
                </a:lnTo>
                <a:lnTo>
                  <a:pt x="0" y="2498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411862" y="1165957"/>
            <a:ext cx="847438" cy="34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6946" y="2617486"/>
            <a:ext cx="7307054" cy="2218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9"/>
              </a:lnSpc>
            </a:pPr>
            <a:r>
              <a:rPr lang="en-US" sz="7151" spc="-25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The Issue with Chromebooks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6946" y="5701134"/>
            <a:ext cx="6494003" cy="256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Chr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ebook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ware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li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It is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ffi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cult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the 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ot mak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The internal hardware of the devices are power efficient but are not suited to anything other than light web browsing with few tabs.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067381" y="6384559"/>
            <a:ext cx="2509990" cy="2468918"/>
          </a:xfrm>
          <a:custGeom>
            <a:avLst/>
            <a:gdLst/>
            <a:ahLst/>
            <a:cxnLst/>
            <a:rect r="r" b="b" t="t" l="l"/>
            <a:pathLst>
              <a:path h="2468918" w="2509990">
                <a:moveTo>
                  <a:pt x="0" y="0"/>
                </a:moveTo>
                <a:lnTo>
                  <a:pt x="2509990" y="0"/>
                </a:lnTo>
                <a:lnTo>
                  <a:pt x="2509990" y="2468918"/>
                </a:lnTo>
                <a:lnTo>
                  <a:pt x="0" y="2468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026605" y="2319828"/>
            <a:ext cx="3409941" cy="2913949"/>
          </a:xfrm>
          <a:custGeom>
            <a:avLst/>
            <a:gdLst/>
            <a:ahLst/>
            <a:cxnLst/>
            <a:rect r="r" b="b" t="t" l="l"/>
            <a:pathLst>
              <a:path h="2913949" w="3409941">
                <a:moveTo>
                  <a:pt x="0" y="0"/>
                </a:moveTo>
                <a:lnTo>
                  <a:pt x="3409941" y="0"/>
                </a:lnTo>
                <a:lnTo>
                  <a:pt x="3409941" y="2913950"/>
                </a:lnTo>
                <a:lnTo>
                  <a:pt x="0" y="291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85865" y="2403273"/>
            <a:ext cx="4436172" cy="5661009"/>
          </a:xfrm>
          <a:custGeom>
            <a:avLst/>
            <a:gdLst/>
            <a:ahLst/>
            <a:cxnLst/>
            <a:rect r="r" b="b" t="t" l="l"/>
            <a:pathLst>
              <a:path h="5661009" w="4436172">
                <a:moveTo>
                  <a:pt x="0" y="0"/>
                </a:moveTo>
                <a:lnTo>
                  <a:pt x="4436172" y="0"/>
                </a:lnTo>
                <a:lnTo>
                  <a:pt x="4436172" y="5661009"/>
                </a:lnTo>
                <a:lnTo>
                  <a:pt x="0" y="5661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26265" y="3936127"/>
            <a:ext cx="2909315" cy="4969328"/>
          </a:xfrm>
          <a:custGeom>
            <a:avLst/>
            <a:gdLst/>
            <a:ahLst/>
            <a:cxnLst/>
            <a:rect r="r" b="b" t="t" l="l"/>
            <a:pathLst>
              <a:path h="4969328" w="2909315">
                <a:moveTo>
                  <a:pt x="0" y="0"/>
                </a:moveTo>
                <a:lnTo>
                  <a:pt x="2909316" y="0"/>
                </a:lnTo>
                <a:lnTo>
                  <a:pt x="2909316" y="4969328"/>
                </a:lnTo>
                <a:lnTo>
                  <a:pt x="0" y="49693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411862" y="1165957"/>
            <a:ext cx="847438" cy="34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6946" y="2617486"/>
            <a:ext cx="7503312" cy="2218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9"/>
              </a:lnSpc>
            </a:pPr>
            <a:r>
              <a:rPr lang="en-US" sz="7151" spc="-25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Learning in the Digital 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36946" y="6296966"/>
            <a:ext cx="8500198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•Ov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38 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 Ch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ok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ed 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K-12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schoo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ldw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of 2024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lly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aste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nly 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omi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olete.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836946" y="5243972"/>
            <a:ext cx="7307054" cy="73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“93% OF SCHOOLS PLANNED TO PURCHASE CHROMEBOOKS IN 2025"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8004403"/>
            <a:ext cx="3086100" cy="85331"/>
            <a:chOff x="0" y="0"/>
            <a:chExt cx="812800" cy="224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2474"/>
            </a:xfrm>
            <a:custGeom>
              <a:avLst/>
              <a:gdLst/>
              <a:ahLst/>
              <a:cxnLst/>
              <a:rect r="r" b="b" t="t" l="l"/>
              <a:pathLst>
                <a:path h="224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12800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411862" y="1165957"/>
            <a:ext cx="847438" cy="34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64001" y="2332227"/>
            <a:ext cx="11559999" cy="114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b="true" sz="7151" spc="-25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Types of Technology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61453" y="5246814"/>
            <a:ext cx="4676343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ost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 making parts easy to break even when taking care of the devices.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461453" y="4116094"/>
            <a:ext cx="4676343" cy="368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WEAK MATERIALS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7254" y="5208760"/>
            <a:ext cx="4520934" cy="299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ufa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ctur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of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ices will st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ortin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dw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after 2-3 years, and on new models they will change minor details to make the parts incompatible with each other.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547254" y="4116094"/>
            <a:ext cx="5193491" cy="73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MANUFACTURES ONLY SUPPORT THE HARWARE FOR A FEW YEARS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208760"/>
            <a:ext cx="4520934" cy="256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Some school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ts will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give students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old devi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as it too expensive, time consuming, and difficult to source parts.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4090080"/>
            <a:ext cx="4175798" cy="73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GIVING NEW DEVICES INSTEAD OF REPAIRING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764932" y="7993981"/>
            <a:ext cx="2439566" cy="95753"/>
            <a:chOff x="0" y="0"/>
            <a:chExt cx="642519" cy="252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2519" cy="25219"/>
            </a:xfrm>
            <a:custGeom>
              <a:avLst/>
              <a:gdLst/>
              <a:ahLst/>
              <a:cxnLst/>
              <a:rect r="r" b="b" t="t" l="l"/>
              <a:pathLst>
                <a:path h="25219" w="642519">
                  <a:moveTo>
                    <a:pt x="0" y="0"/>
                  </a:moveTo>
                  <a:lnTo>
                    <a:pt x="642519" y="0"/>
                  </a:lnTo>
                  <a:lnTo>
                    <a:pt x="642519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642519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47254" y="8004403"/>
            <a:ext cx="3086100" cy="85331"/>
            <a:chOff x="0" y="0"/>
            <a:chExt cx="812800" cy="2247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22474"/>
            </a:xfrm>
            <a:custGeom>
              <a:avLst/>
              <a:gdLst/>
              <a:ahLst/>
              <a:cxnLst/>
              <a:rect r="r" b="b" t="t" l="l"/>
              <a:pathLst>
                <a:path h="224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12800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83486" y="7993981"/>
            <a:ext cx="2439566" cy="95753"/>
            <a:chOff x="0" y="0"/>
            <a:chExt cx="642519" cy="2521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2519" cy="25219"/>
            </a:xfrm>
            <a:custGeom>
              <a:avLst/>
              <a:gdLst/>
              <a:ahLst/>
              <a:cxnLst/>
              <a:rect r="r" b="b" t="t" l="l"/>
              <a:pathLst>
                <a:path h="25219" w="642519">
                  <a:moveTo>
                    <a:pt x="0" y="0"/>
                  </a:moveTo>
                  <a:lnTo>
                    <a:pt x="642519" y="0"/>
                  </a:lnTo>
                  <a:lnTo>
                    <a:pt x="642519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42519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461453" y="8004403"/>
            <a:ext cx="3086100" cy="85331"/>
            <a:chOff x="0" y="0"/>
            <a:chExt cx="812800" cy="2247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22474"/>
            </a:xfrm>
            <a:custGeom>
              <a:avLst/>
              <a:gdLst/>
              <a:ahLst/>
              <a:cxnLst/>
              <a:rect r="r" b="b" t="t" l="l"/>
              <a:pathLst>
                <a:path h="224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12800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197685" y="7993981"/>
            <a:ext cx="2439566" cy="95753"/>
            <a:chOff x="0" y="0"/>
            <a:chExt cx="642519" cy="252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2519" cy="25219"/>
            </a:xfrm>
            <a:custGeom>
              <a:avLst/>
              <a:gdLst/>
              <a:ahLst/>
              <a:cxnLst/>
              <a:rect r="r" b="b" t="t" l="l"/>
              <a:pathLst>
                <a:path h="25219" w="642519">
                  <a:moveTo>
                    <a:pt x="0" y="0"/>
                  </a:moveTo>
                  <a:lnTo>
                    <a:pt x="642519" y="0"/>
                  </a:lnTo>
                  <a:lnTo>
                    <a:pt x="642519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642519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061713" y="1954611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95159" y="2201377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07415" y="4578234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13417" y="5042826"/>
            <a:ext cx="2036403" cy="3303898"/>
          </a:xfrm>
          <a:custGeom>
            <a:avLst/>
            <a:gdLst/>
            <a:ahLst/>
            <a:cxnLst/>
            <a:rect r="r" b="b" t="t" l="l"/>
            <a:pathLst>
              <a:path h="3303898" w="2036403">
                <a:moveTo>
                  <a:pt x="0" y="0"/>
                </a:moveTo>
                <a:lnTo>
                  <a:pt x="2036403" y="0"/>
                </a:lnTo>
                <a:lnTo>
                  <a:pt x="2036403" y="3303899"/>
                </a:lnTo>
                <a:lnTo>
                  <a:pt x="0" y="3303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411862" y="1165957"/>
            <a:ext cx="847438" cy="34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00675" y="2778177"/>
            <a:ext cx="7057748" cy="300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2"/>
              </a:lnSpc>
            </a:pPr>
            <a:r>
              <a:rPr lang="en-US" sz="6531" spc="-228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How to Reduce the Waste of Chromebooks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00675" y="7064025"/>
            <a:ext cx="7691581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eas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ften 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 eff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ecti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new device than fixing a broken device. Making the parts easily accessible will allow less Chromebooks to be thrown out as parts are easier to obtain making it easier to repair the device.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00675" y="5912468"/>
            <a:ext cx="7411187" cy="73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MAKING CHROMEBOOKS EASIER TO REPAIR WOULD REDUCE E-WASTE.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948143" y="2106701"/>
            <a:ext cx="2402757" cy="3496075"/>
          </a:xfrm>
          <a:custGeom>
            <a:avLst/>
            <a:gdLst/>
            <a:ahLst/>
            <a:cxnLst/>
            <a:rect r="r" b="b" t="t" l="l"/>
            <a:pathLst>
              <a:path h="3496075" w="2402757">
                <a:moveTo>
                  <a:pt x="0" y="0"/>
                </a:moveTo>
                <a:lnTo>
                  <a:pt x="2402757" y="0"/>
                </a:lnTo>
                <a:lnTo>
                  <a:pt x="2402757" y="3496075"/>
                </a:lnTo>
                <a:lnTo>
                  <a:pt x="0" y="3496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36946" y="3408084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5" y="0"/>
                </a:lnTo>
                <a:lnTo>
                  <a:pt x="2858935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949040" y="5110673"/>
            <a:ext cx="3174839" cy="4343685"/>
          </a:xfrm>
          <a:custGeom>
            <a:avLst/>
            <a:gdLst/>
            <a:ahLst/>
            <a:cxnLst/>
            <a:rect r="r" b="b" t="t" l="l"/>
            <a:pathLst>
              <a:path h="4343685" w="3174839">
                <a:moveTo>
                  <a:pt x="0" y="0"/>
                </a:moveTo>
                <a:lnTo>
                  <a:pt x="3174839" y="0"/>
                </a:lnTo>
                <a:lnTo>
                  <a:pt x="3174839" y="4343685"/>
                </a:lnTo>
                <a:lnTo>
                  <a:pt x="0" y="43436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83284" y="5416288"/>
            <a:ext cx="1906350" cy="3074758"/>
          </a:xfrm>
          <a:custGeom>
            <a:avLst/>
            <a:gdLst/>
            <a:ahLst/>
            <a:cxnLst/>
            <a:rect r="r" b="b" t="t" l="l"/>
            <a:pathLst>
              <a:path h="3074758" w="1906350">
                <a:moveTo>
                  <a:pt x="0" y="0"/>
                </a:moveTo>
                <a:lnTo>
                  <a:pt x="1906350" y="0"/>
                </a:lnTo>
                <a:lnTo>
                  <a:pt x="1906350" y="3074758"/>
                </a:lnTo>
                <a:lnTo>
                  <a:pt x="0" y="30747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66688" y="2469576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1" y="0"/>
                </a:lnTo>
                <a:lnTo>
                  <a:pt x="1799451" y="2618247"/>
                </a:lnTo>
                <a:lnTo>
                  <a:pt x="0" y="26182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411862" y="1165957"/>
            <a:ext cx="847438" cy="34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2706040"/>
            <a:ext cx="6769833" cy="2218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9"/>
              </a:lnSpc>
            </a:pPr>
            <a:r>
              <a:rPr lang="en-US" sz="7151" spc="-25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Implementing the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24404" y="6619882"/>
            <a:ext cx="7267862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The Lenovo Thinkpad T480 was released in 2018, and while the computer is still capable 8 years later, the devices are still easy to repair.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Dell Latitude and Lenovo Thinkpads are commonly used as business laptops so parts are common.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24404" y="5359138"/>
            <a:ext cx="7307054" cy="73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DELL LATITUDES AND LENOVO THINKPADS ARE EASILY FIXED BY THE USER.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056101" y="8200450"/>
            <a:ext cx="3086100" cy="85331"/>
            <a:chOff x="0" y="0"/>
            <a:chExt cx="812800" cy="224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2474"/>
            </a:xfrm>
            <a:custGeom>
              <a:avLst/>
              <a:gdLst/>
              <a:ahLst/>
              <a:cxnLst/>
              <a:rect r="r" b="b" t="t" l="l"/>
              <a:pathLst>
                <a:path h="224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12800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92333" y="8190028"/>
            <a:ext cx="2439566" cy="95753"/>
            <a:chOff x="0" y="0"/>
            <a:chExt cx="642519" cy="252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519" cy="25219"/>
            </a:xfrm>
            <a:custGeom>
              <a:avLst/>
              <a:gdLst/>
              <a:ahLst/>
              <a:cxnLst/>
              <a:rect r="r" b="b" t="t" l="l"/>
              <a:pathLst>
                <a:path h="25219" w="642519">
                  <a:moveTo>
                    <a:pt x="0" y="0"/>
                  </a:moveTo>
                  <a:lnTo>
                    <a:pt x="642519" y="0"/>
                  </a:lnTo>
                  <a:lnTo>
                    <a:pt x="642519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642519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11862" y="1165957"/>
            <a:ext cx="847438" cy="34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24809" y="1818067"/>
            <a:ext cx="11559999" cy="114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b="true" sz="7151" spc="-25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Artificial Intelligence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17350" y="3274922"/>
            <a:ext cx="14201881" cy="36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MAKING PARTS MORE ACCESSIBLE WOULD ALLOW SCHOOLS TO SAVE MONEY.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7350" y="3889645"/>
            <a:ext cx="1457491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Whil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Chro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 las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lo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ng,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 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rts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ibl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ld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llow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 to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mor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 4 years.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7350" y="6034718"/>
            <a:ext cx="14574916" cy="256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•An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ex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mple 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the Beze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 3100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 the Dell 3110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3110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sho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ter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lips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ma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king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it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ossibl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to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 3100 bezel on a 3110 and 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 vers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•The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scree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on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 2-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n-1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ve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ons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of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Dell 3100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3110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no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comp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wi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oth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for the 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son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836946" y="5058045"/>
            <a:ext cx="14594512" cy="729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PARTS ARE HARD TO OBTAIN ESPECIALLY AS NEW MODELS CHANGE MINOR THINGS TO MAKE THE DEVICES INCOMPATIBLE WITH EACH OTHER.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8004403"/>
            <a:ext cx="3086100" cy="85331"/>
            <a:chOff x="0" y="0"/>
            <a:chExt cx="812800" cy="224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2474"/>
            </a:xfrm>
            <a:custGeom>
              <a:avLst/>
              <a:gdLst/>
              <a:ahLst/>
              <a:cxnLst/>
              <a:rect r="r" b="b" t="t" l="l"/>
              <a:pathLst>
                <a:path h="224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12800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411862" y="1165957"/>
            <a:ext cx="847438" cy="34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64001" y="2276973"/>
            <a:ext cx="11559999" cy="114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b="true" sz="7151" spc="-25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Positive vs Negative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1140" y="4349778"/>
            <a:ext cx="7504441" cy="342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•If the devices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nly have hardwa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that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is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har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find and is 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uppor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ed for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long ti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me,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it will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more devi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own out,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dev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unrep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irable or 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 is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jus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che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 to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rep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lac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 dev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ce. 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•By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boo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loade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how it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, 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 time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ons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ming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ma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king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it not worthwhile to re-flash the operating system. 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03269" y="3951739"/>
            <a:ext cx="6778508" cy="5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9"/>
              </a:lnSpc>
            </a:pPr>
            <a:r>
              <a:rPr lang="en-US" sz="2814" spc="3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NEGATIVE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349778"/>
            <a:ext cx="6847049" cy="385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•By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aking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art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acces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ble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here will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be less E-w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 devices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be in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rvi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for long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•The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w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ll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hav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be discard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ed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when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Chro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ebooks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break, whe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her they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maged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jus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tandard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 te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•All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wi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 dev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sily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e-fl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hed would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allow the devices to safely be used even after the AUE.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2764932" y="7993981"/>
            <a:ext cx="2439566" cy="95753"/>
            <a:chOff x="0" y="0"/>
            <a:chExt cx="642519" cy="252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2519" cy="25219"/>
            </a:xfrm>
            <a:custGeom>
              <a:avLst/>
              <a:gdLst/>
              <a:ahLst/>
              <a:cxnLst/>
              <a:rect r="r" b="b" t="t" l="l"/>
              <a:pathLst>
                <a:path h="25219" w="642519">
                  <a:moveTo>
                    <a:pt x="0" y="0"/>
                  </a:moveTo>
                  <a:lnTo>
                    <a:pt x="642519" y="0"/>
                  </a:lnTo>
                  <a:lnTo>
                    <a:pt x="642519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42519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47254" y="8004403"/>
            <a:ext cx="3086100" cy="85331"/>
            <a:chOff x="0" y="0"/>
            <a:chExt cx="812800" cy="224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22474"/>
            </a:xfrm>
            <a:custGeom>
              <a:avLst/>
              <a:gdLst/>
              <a:ahLst/>
              <a:cxnLst/>
              <a:rect r="r" b="b" t="t" l="l"/>
              <a:pathLst>
                <a:path h="224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12800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83486" y="7993981"/>
            <a:ext cx="2439566" cy="95753"/>
            <a:chOff x="0" y="0"/>
            <a:chExt cx="642519" cy="252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2519" cy="25219"/>
            </a:xfrm>
            <a:custGeom>
              <a:avLst/>
              <a:gdLst/>
              <a:ahLst/>
              <a:cxnLst/>
              <a:rect r="r" b="b" t="t" l="l"/>
              <a:pathLst>
                <a:path h="25219" w="642519">
                  <a:moveTo>
                    <a:pt x="0" y="0"/>
                  </a:moveTo>
                  <a:lnTo>
                    <a:pt x="642519" y="0"/>
                  </a:lnTo>
                  <a:lnTo>
                    <a:pt x="642519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42519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461453" y="8004403"/>
            <a:ext cx="3086100" cy="85331"/>
            <a:chOff x="0" y="0"/>
            <a:chExt cx="812800" cy="224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22474"/>
            </a:xfrm>
            <a:custGeom>
              <a:avLst/>
              <a:gdLst/>
              <a:ahLst/>
              <a:cxnLst/>
              <a:rect r="r" b="b" t="t" l="l"/>
              <a:pathLst>
                <a:path h="2247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474"/>
                  </a:lnTo>
                  <a:lnTo>
                    <a:pt x="0" y="2247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12800" cy="796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197685" y="7993981"/>
            <a:ext cx="2439566" cy="95753"/>
            <a:chOff x="0" y="0"/>
            <a:chExt cx="642519" cy="252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2519" cy="25219"/>
            </a:xfrm>
            <a:custGeom>
              <a:avLst/>
              <a:gdLst/>
              <a:ahLst/>
              <a:cxnLst/>
              <a:rect r="r" b="b" t="t" l="l"/>
              <a:pathLst>
                <a:path h="25219" w="642519">
                  <a:moveTo>
                    <a:pt x="0" y="0"/>
                  </a:moveTo>
                  <a:lnTo>
                    <a:pt x="642519" y="0"/>
                  </a:lnTo>
                  <a:lnTo>
                    <a:pt x="642519" y="25219"/>
                  </a:lnTo>
                  <a:lnTo>
                    <a:pt x="0" y="2521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642519" cy="8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95461" y="3951739"/>
            <a:ext cx="6778508" cy="50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9"/>
              </a:lnSpc>
            </a:pPr>
            <a:r>
              <a:rPr lang="en-US" sz="2814" spc="3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POSITIVE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10083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10346" y="1776366"/>
            <a:ext cx="3306692" cy="4915353"/>
          </a:xfrm>
          <a:custGeom>
            <a:avLst/>
            <a:gdLst/>
            <a:ahLst/>
            <a:cxnLst/>
            <a:rect r="r" b="b" t="t" l="l"/>
            <a:pathLst>
              <a:path h="4915353" w="3306692">
                <a:moveTo>
                  <a:pt x="0" y="0"/>
                </a:moveTo>
                <a:lnTo>
                  <a:pt x="3306692" y="0"/>
                </a:lnTo>
                <a:lnTo>
                  <a:pt x="3306692" y="4915353"/>
                </a:lnTo>
                <a:lnTo>
                  <a:pt x="0" y="4915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229216" y="1306545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648749" y="4269958"/>
            <a:ext cx="2763113" cy="4719604"/>
          </a:xfrm>
          <a:custGeom>
            <a:avLst/>
            <a:gdLst/>
            <a:ahLst/>
            <a:cxnLst/>
            <a:rect r="r" b="b" t="t" l="l"/>
            <a:pathLst>
              <a:path h="4719604" w="2763113">
                <a:moveTo>
                  <a:pt x="0" y="0"/>
                </a:moveTo>
                <a:lnTo>
                  <a:pt x="2763113" y="0"/>
                </a:lnTo>
                <a:lnTo>
                  <a:pt x="2763113" y="4719604"/>
                </a:lnTo>
                <a:lnTo>
                  <a:pt x="0" y="47196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40102" y="3756628"/>
            <a:ext cx="3508802" cy="4114800"/>
          </a:xfrm>
          <a:custGeom>
            <a:avLst/>
            <a:gdLst/>
            <a:ahLst/>
            <a:cxnLst/>
            <a:rect r="r" b="b" t="t" l="l"/>
            <a:pathLst>
              <a:path h="4114800" w="3508802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411862" y="1165957"/>
            <a:ext cx="847438" cy="34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6946" y="2518902"/>
            <a:ext cx="7062458" cy="114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9"/>
              </a:lnSpc>
            </a:pPr>
            <a:r>
              <a:rPr lang="en-US" sz="7151" spc="-25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4648" y="5581520"/>
            <a:ext cx="7503312" cy="342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 2023, after backlash fr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 th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pu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nd environ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advoca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 gr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up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google 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ided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end the AUE fo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 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mad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af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2021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 10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year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co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pared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to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 5 ye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 o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 supp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ort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 the devi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es orig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in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ally 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By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ov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ng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ac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kl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as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000" strike="noStrike" u="none">
                <a:solidFill>
                  <a:srgbClr val="FFFFFF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to manufacturers of Chromebooks and requiring them to support the hardware of the devices for longer it will prevent more e-waste as the devices can get to their AUE reliably and go on past 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4648" y="4106870"/>
            <a:ext cx="7307054" cy="109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CHROMEBOOKS ARE CURRENTLY DIFFICULT TO REPAIR DUE TO LACK OF EASILY ACCESSIBLE PARTS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DAHH_No6KaE</dc:identifier>
  <dcterms:modified xsi:type="dcterms:W3CDTF">2011-08-01T06:04:30Z</dcterms:modified>
  <cp:revision>1</cp:revision>
  <dc:title>Blue White Modern Illustrative Technology Presentation</dc:title>
</cp:coreProperties>
</file>